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2015999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76000"/>
            <a:ext cx="107532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34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2026-08-20 三項發現</a:t>
            </a:r>
          </a:p>
          <a:p>
            <a:pPr algn="ctr">
              <a:spcAft>
                <a:spcPts val="14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量到的是什麼 ｜ 甲烷化學計量驗證 ｜ 十分鐘循環的失效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第一項直接影響論文宣稱，建議納入本次投稿；後兩項證據尚未覆核，列為下一階段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216000" y="45360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我們實際量到的是什麼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洪博的疑問：2 </a:t>
            </a: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不太可能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3999" y="1152000"/>
          <a:ext cx="11196000" cy="2365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4000"/>
                <a:gridCol w="8532000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項目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實際情形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程式的定義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dORP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= 該循環末筆讀數 − 首筆讀數（端點差）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論文的用詞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the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redox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excursion</a:t>
                      </a:r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（擺幅）　← 與實作不符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紀錄的範圍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337 ~ 610 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mV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，62,640 筆全部為正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真實電位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−610 ~ −337 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mV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（記錄器只存絕對值）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實機表頭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照片顯示 −585 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mV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，紀錄裡是 585　← 獨立佐證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尺度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Nernst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對數；30°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C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、</a:t>
                      </a:r>
                      <a:r>
                        <a:rPr sz="1400" b="0" i="1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n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=2 每 30 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mV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對應濃度比 10 倍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★ 洪博說的「−600多至−400多」與資料完全吻合。記憶裡另有「−357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vs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SHE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」，兩者都對 —— 差別在參考電極：表頭讀數對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Ag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AgCl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，換算到標準氫電極約 +200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為什麼會出現「2 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不是數值錯，是定義把過程丟掉了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4</a:t>
            </a:r>
          </a:p>
        </p:txBody>
      </p:sp>
      <p:pic>
        <p:nvPicPr>
          <p:cNvPr id="7" name="Picture 6" descr="figY_o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1116000"/>
            <a:ext cx="10440000" cy="3141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356000"/>
            <a:ext cx="11329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圖 1.　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左：一個真實循環，擺幅 119 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但端點差只有 19 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。中：全部 62,640 筆的真值分布與文獻最適窗口。右：控制循環時長前後的秩相關。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4680000"/>
            <a:ext cx="1104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補氣後急降、週期性起伏、再回升 → </a:t>
            </a:r>
            <a:r>
              <a:rPr sz="15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端點差只抓到擺幅的 16%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• 洪博一眼看出不合理，正是因為他知道真實擺幅是幾十到上百 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mV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★ 這不是統計上的混淆，是量錯了東西 —— 論文說量擺幅，程式量的是端點差。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檢核還剩下什麼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有東西留著，但比論文寫的弱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3999" y="1152000"/>
          <a:ext cx="11195999" cy="170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0000"/>
                <a:gridCol w="2015999"/>
                <a:gridCol w="4860000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檢定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值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判讀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dORP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與 </a:t>
                      </a:r>
                      <a:r>
                        <a:rPr sz="1400" b="0" i="1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r</a:t>
                      </a:r>
                      <a:r>
                        <a:rPr sz="1400" b="0" i="1" baseline="-2500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b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的秩相關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+0.213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論文 54% 跨度的來源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dORP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與循環時長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−0.231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循環越長，累積漂移越多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控制時長後的偏秩相關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+0.150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★ 掉三成，但沒有消失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「高活躍」組的時長中位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8.82 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hr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另兩組是 12.9 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hr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" y="3024000"/>
            <a:ext cx="110412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我曾用 </a:t>
            </a:r>
            <a:r>
              <a:rPr sz="15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dORP</a:t>
            </a:r>
            <a:r>
              <a:rPr sz="15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500" b="1" i="1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Δ</a:t>
            </a:r>
            <a:r>
              <a:rPr sz="1500" b="1" i="1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t</a:t>
            </a:r>
            <a:r>
              <a:rPr sz="15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正規化得到 +0.040 並判定「主要是長度」—— 該結論已撤回。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理由：電位是對數尺度，除以時間是對對數量做算術，只有在 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Nernst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成立且濃度呈指數衰減時才合理；而本案 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同時受 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H</a:t>
            </a:r>
            <a:r>
              <a:rPr sz="1500" b="0" i="0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2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、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pH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、溶解 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CO</a:t>
            </a:r>
            <a:r>
              <a:rPr sz="1500" b="0" i="0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2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影響，是混合電位。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中位數與秩相關在任何單調變換下不變 → </a:t>
            </a:r>
            <a:r>
              <a:rPr sz="15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偏秩相關 +0.150 是唯一免於此疑慮的結論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★ 建議的論文改法：用詞由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excursion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改為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net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change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in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redox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potential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across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each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cycle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，並加註排序與循環長度部分共線。合計約 8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mm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★ 甲烷化學計量驗證 —— 首次獨立於壓力通道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化學計量給出硬上限 0.25，三批全部落在內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3999" y="1152000"/>
          <a:ext cx="11195998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/>
                <a:gridCol w="1224000"/>
                <a:gridCol w="864000"/>
                <a:gridCol w="2736000"/>
                <a:gridCol w="2015999"/>
                <a:gridCol w="1655999"/>
                <a:gridCol w="1620000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批次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循環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1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n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下降速率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峰值 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CH</a:t>
                      </a:r>
                      <a:r>
                        <a:rPr sz="1300" b="1" i="0" baseline="-2500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4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CH</a:t>
                      </a:r>
                      <a:r>
                        <a:rPr sz="1300" b="1" i="0" baseline="-2500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4</a:t>
                      </a: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/消耗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生物份額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 分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6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0.0185 ± 0.0017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31.64%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0.2172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87%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2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5 分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10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0.0434 ± 0.0309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34.84%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0.1682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67%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3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10 分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14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0.0364 ± 0.0045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43.04%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0.1928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77%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Z_batch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00" y="2664000"/>
            <a:ext cx="7560000" cy="24627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3999" y="51480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圖 2.　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CH</a:t>
            </a:r>
            <a:r>
              <a:rPr sz="1150" b="0" i="0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4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生成 ÷ 氣體消耗 = (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</a:t>
            </a:r>
            <a:r>
              <a:rPr sz="1150" b="0" i="0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2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</a:t>
            </a:r>
            <a:r>
              <a:rPr sz="1150" b="0" i="0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2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− 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</a:t>
            </a:r>
            <a:r>
              <a:rPr sz="1150" b="0" i="0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1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</a:t>
            </a:r>
            <a:r>
              <a:rPr sz="1150" b="0" i="0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1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) ÷ (下降速率 × 總時數)；兩邊的頭空體積相消，故不需知悉該體積。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★ 為什麼比論文現有檢核硬：純物理虛無、端點裁切、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、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C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2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ST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最終都源自同一支壓力通道或其模擬；這一項用的是分析儀真的讀到的甲烷，審稿人拿計算機就能複驗。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公式怎麼來的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頭空體積在比值裡自動相消，所以不需要知道它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7</a:t>
            </a:r>
          </a:p>
        </p:txBody>
      </p:sp>
      <p:pic>
        <p:nvPicPr>
          <p:cNvPr id="7" name="Picture 6" descr="figW1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00" y="1152000"/>
            <a:ext cx="9360000" cy="38852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3999" y="50400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圖 3.　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左：起點與終點的莫耳盤點。右：兩邊都帶著同一個 </a:t>
            </a:r>
            <a:r>
              <a:rPr sz="1150" b="0" i="1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V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/(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RT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)，相除即相消。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★ 必須用絕對壓（錶壓 + 1.033 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kg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cm</a:t>
            </a:r>
            <a:r>
              <a:rPr sz="1300" b="0" i="0" baseline="3000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2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）：分子的 </a:t>
            </a:r>
            <a:r>
              <a:rPr sz="1300" b="0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f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·</a:t>
            </a:r>
            <a:r>
              <a:rPr sz="1300" b="0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P</a:t>
            </a: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是分率乘壓力，不是壓力差，偏移不會自動抵消。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怎麼從比值反推出速率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上限 0.25 就是「生物份額 100%」的情形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8</a:t>
            </a:r>
          </a:p>
        </p:txBody>
      </p:sp>
      <p:pic>
        <p:nvPicPr>
          <p:cNvPr id="7" name="Picture 6" descr="figW2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00" y="1152000"/>
            <a:ext cx="9360000" cy="38852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3999" y="50400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圖 4.　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左：化學計量給出的上限。右：由實測比值反推 </a:t>
            </a:r>
            <a:r>
              <a:rPr sz="1150" b="0" i="1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r</a:t>
            </a:r>
            <a:r>
              <a:rPr sz="1150" b="0" i="1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的三個步驟。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★ 這個檢定會自己抓錯：起點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CH</a:t>
            </a:r>
            <a:r>
              <a:rPr sz="1300" b="0" i="0" baseline="-2500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4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若誤設為 0%，比值變成 0.3164，對應生物份額 127% —— 物理上不可能。實測 0.2172 落在內，對應 87%。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⚠ 十分鐘循環：估計器的系統性失效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把論文的估計器跑在同三批上，差異歸因於方法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3999" y="1152000"/>
          <a:ext cx="11195999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/>
                <a:gridCol w="1224000"/>
                <a:gridCol w="2376000"/>
                <a:gridCol w="3240000"/>
                <a:gridCol w="1655999"/>
                <a:gridCol w="1260000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批次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篩後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逐段 </a:t>
                      </a:r>
                      <a:r>
                        <a:rPr sz="1400" b="1" i="1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r</a:t>
                      </a:r>
                      <a:r>
                        <a:rPr sz="1400" b="1" i="1" baseline="-2500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b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中位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四分位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化學計量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差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 分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7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0.01344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0.01213 / 0.01485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0.01610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+20%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5 分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9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0.01896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−0.07205 / 0.02259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0.02920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+54%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10 分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14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−0.03057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−0.09977 / 0.01682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0.02810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—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" y="2880000"/>
            <a:ext cx="110412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批次 1 是好消息：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估計器正常時與獨立化學驗證吻合到 20% 以內。</a:t>
            </a:r>
          </a:p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批次 3 的中位是負的（物理上不可能），而且 </a:t>
            </a:r>
            <a:r>
              <a:rPr sz="16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14 個循環全數通過曲率預篩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研判：10 分鐘循環質傳強，壓力在循環內就接近平衡而趨緩，該趨緩被歸給指數項，線性項被推到負值。曲率擋不住，因為那個彎確實存在。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⚠ 資料集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C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的排除清單裡，0417-0427 那批也是 10 分鐘循環、同樣因中位為負而排除 —— 這是第二個獨立案例，代表它是高質傳下的系統性失效，不是單一批次的資料問題。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三批的原始數據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上排壓力軌跡、下排逐段估計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10</a:t>
            </a:r>
          </a:p>
        </p:txBody>
      </p:sp>
      <p:pic>
        <p:nvPicPr>
          <p:cNvPr id="7" name="Picture 6" descr="figZ2_batch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00" y="1116000"/>
            <a:ext cx="8640000" cy="4496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3999" y="56880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圖 5.　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下排的灰點為逐段估計、藍虛線為該批中位、紅線為化學計量值、橘點線為論文全資料集中位 0.0126。批次 3 有大量負值。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本次投稿改什麼、不改什麼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距截稿 11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3999" y="1152000"/>
          <a:ext cx="11196000" cy="170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0000"/>
                <a:gridCol w="3024000"/>
                <a:gridCol w="5652000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項目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處置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理由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ORP</a:t>
                      </a: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用詞與限定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★ 建議改，約 8 </a:t>
                      </a: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mm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用詞與實作不符，屬事實陳述的修正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10 分鐘失效模式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看洪博的答覆再決定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需先確認該條件下壓力是否提早趨於平衡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甲烷化學計量驗證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不進本篇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1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n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=3、峰值為目測、無誤差量化、未經覆核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1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r</a:t>
                      </a:r>
                      <a:r>
                        <a:rPr sz="1300" b="0" i="1" baseline="-2500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b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可能系統性偏低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不進本篇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三個同向跡象但都有選擇性，需下一階段釐清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★ 下一階段的第一個工作項：化學計量約束的狀態空間模型。請設備方自即日起，每次排氣記錄五項數值以累積約束點 —— 資料要時間長出來，不必等投稿完再開始。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