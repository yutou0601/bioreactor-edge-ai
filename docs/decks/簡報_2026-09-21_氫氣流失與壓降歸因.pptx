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壓降歸因與氫氣收支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微正壓循環生物甲烷化反應器｜2026-09-21（10-02 架構修正）｜李承育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00000"/>
            <a:ext cx="1104120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兩個要分開的問題：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① 壓力為什麼會掉　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氣泵把氣體打回液相（裝置設計如此），再由微生物消耗。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 由甲烷換算，生物解釋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39%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的壓降；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殘餘 61% 尚待解釋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② 殘餘氣體為何偏離進料比　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高於 1:4 達 1.33 – 2.79 倍。</a:t>
            </a:r>
          </a:p>
          <a:p>
            <a:pPr algn="l">
              <a:spcAft>
                <a:spcPts val="1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　 溶解**不能**解釋（移除 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₂ 會讓比值下降，實測是上升），故為獨立的待解問題。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本版修正了先前的模型錯誤：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原先把溶解與生物當成兩條並聯途徑，並據此主張「壓降主因不是溶解」。實際上兩者是串聯——溶解是通道、生物是匯。該主張已撤回。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前提：進料確認為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 = 1:4。氣體讀數僅排氣當下 1~2 分鐘可信，全資料庫 35 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一、壓力為什麼會掉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氣泵把氣體打回液相，再由微生物消耗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3</a:t>
            </a:r>
          </a:p>
        </p:txBody>
      </p:sp>
      <p:pic>
        <p:nvPicPr>
          <p:cNvPr id="7" name="Picture 6" descr="deck15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50921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352105"/>
            <a:ext cx="11041200" cy="55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⚠ 先前把溶解與生物當成兩條並聯途徑，並據此主張「壓降主因不是溶解」。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該主張已撤回。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二、這個模型一次解釋了三件事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都是先前當成獨立謎題的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44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3240000"/>
                <a:gridCol w="457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先前的觀察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先前的解讀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串聯模型的解釋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91% 的壓降曲線接近直線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曾解讀為「不是溶解」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液相近似無限匯，定速溶解本來就是直線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生物速率與平衡壓力分不開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曾視為模型的巧合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把直線硬套指數模型的必然結果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切斷碳源後壓降速率不變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⚠ 曾解讀為「氫氣流失」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液相碳庫可供應數十天，碳源並未耗盡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4176000"/>
            <a:ext cx="110412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三項先前各自成謎的觀察，在正確的模型下都是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必然的結果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⟹ 真正待解的，是壓降中生物解釋不了的那 61%，以及 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₂ 的偏離。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三、先確認：氣體讀數什麼時候可信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補氣加入的是二氧化碳與氫氣、不含甲烷，真頂空必定被稀釋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5</a:t>
            </a:r>
          </a:p>
        </p:txBody>
      </p:sp>
      <p:pic>
        <p:nvPicPr>
          <p:cNvPr id="7" name="Picture 6" descr="deck1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755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89531"/>
            <a:ext cx="11041200" cy="744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實測斜率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+0.008 ± 0.225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，距「真頂空」應有的 −1 有 4.5 個標準差。分析儀只有在排氣當下的一至二分鐘可信——全資料庫僅 35 筆，後續所有氣體計算只用這 35 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四、殘餘氣體的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偏離進料比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紅色虛線 = 只有產甲烷反應時應有的位置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6</a:t>
            </a:r>
          </a:p>
        </p:txBody>
      </p:sp>
      <p:pic>
        <p:nvPicPr>
          <p:cNvPr id="7" name="Picture 6" descr="deck2_hyd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88000"/>
            <a:ext cx="9000000" cy="4613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91445"/>
            <a:ext cx="11041200" cy="642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34 / 35 次高於進料比　｜　中位 2.79 倍　｜　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&lt; 0.0001。★把甲烷當零的最壞情況下仍有 1.33 倍（25/35，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=0.031）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五、這不是量測誤差造成的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以 2026-07-30 那次排氣為例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量測到：二氧化碳 21.3%、甲烷 34.79%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若殘餘氣體真的維持 1:4，扣除甲烷與水蒸氣後，二氧化碳應該只有 </a:t>
            </a: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12.6%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即使把甲烷讀數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全部當成零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（最極端的假設），氫氣上限也只有 78.7%，比值仍為 0.27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也就是說——二氧化碳的實測值本身，就高到與 1:4 不相容。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量級換算（保守估計）：要讓比值漂移到實測中位數，需要額外移除約 2.57 莫耳氫氣，相當於進料氫氣的 64%。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此換算為單次通過的保守估計，實際為連續補氣，數值僅示意量級。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六、氧化還原電位（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）該怎麼讀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水準健康，但循環內的變化不是生物造成的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8</a:t>
            </a:r>
          </a:p>
        </p:txBody>
      </p:sp>
      <p:pic>
        <p:nvPicPr>
          <p:cNvPr id="7" name="Picture 6" descr="deck5_o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99" y="1152000"/>
            <a:ext cx="6480000" cy="3165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4425077"/>
            <a:ext cx="11041200" cy="11549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水準：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−357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（對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SHE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），文獻最適為 −335.6 ± 29.0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— </a:t>
            </a:r>
            <a:r>
              <a:rPr sz="17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正落在區間內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變化：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補氣跳 +37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；泵運轉 +3.5 ~ +10.8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/分。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產甲烷必須停止的時段，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照常變化。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文獻將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當微生物活性指標，其對象是未外加氫氣的系統；本反應器的氫氣為外部輸入，會直接鉗制電位，該套解讀不能直接移植。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七、先說明什麼是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後面兩頁會用到，這裡先把它講清楚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9</a:t>
            </a:r>
          </a:p>
        </p:txBody>
      </p:sp>
      <p:pic>
        <p:nvPicPr>
          <p:cNvPr id="7" name="Picture 6" descr="deck11_pinn_w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2776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55635"/>
            <a:ext cx="11041200" cy="852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一句話：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用神經網路取代「固定公式」，但要求它同時滿足物理定律。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這樣生物速率就不必被假設成固定值——它本來就會隨氫氣耗盡而改變。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八、試過但不成立的兩個方法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誠實記錄，避免後續重複投入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52000"/>
            <a:ext cx="11041200" cy="20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以「曲率」分離生物與物理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前提是生物速率為定值，但它會隨氫氣耗盡而變動。以已知答案驗證：真實物理份額 0% 時，該方法報出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101%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以物理資訊神經網路（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）反推生物速率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方向正確，但方程式本身存在一個恰好抵銷的自由度（見次頁）。</a:t>
            </a:r>
          </a:p>
        </p:txBody>
      </p:sp>
      <p:pic>
        <p:nvPicPr>
          <p:cNvPr id="8" name="Picture 7" descr="deck6_p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599" y="3311999"/>
            <a:ext cx="5940000" cy="31015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九、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為什麼撈不回來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不是網路不夠大，是壓力這一個通道裡沒有這個資訊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16000"/>
            <a:ext cx="110412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氣體變少只有兩個原因：溶進水裡（物理）、被菌吃掉（生物）。壓力計只看得到兩者的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總和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。把生物項算多一點、同時把「平衡壓力」調高一點，兩者剛好互相抵銷——壓力曲線一模一樣。</a:t>
            </a:r>
          </a:p>
        </p:txBody>
      </p:sp>
      <p:pic>
        <p:nvPicPr>
          <p:cNvPr id="8" name="Picture 7" descr="deck8_pinn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2340000"/>
            <a:ext cx="7920000" cy="3743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十、同一條壓降，兩種完全不同的答案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兩者的擬合誤差幾乎相同，資料無從選擇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12</a:t>
            </a:r>
          </a:p>
        </p:txBody>
      </p:sp>
      <p:pic>
        <p:nvPicPr>
          <p:cNvPr id="7" name="Picture 6" descr="deck7_pinn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52000"/>
            <a:ext cx="8280000" cy="4159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455528"/>
            <a:ext cx="11041200" cy="952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但要講清楚：分不開的是生物速率的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平均值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。它的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時間變化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其實還留在資料裡（訊噪比 6.0），只是被「速率不可為負」這個設定連帶壓死了——把平均值另外定住，變化的形狀就回來了（相關 0.97）。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十一、偏離的解釋之一：碳酸鹽脫氣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 補充——這個解釋不需要任何洩漏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13</a:t>
            </a:r>
          </a:p>
        </p:txBody>
      </p:sp>
      <p:pic>
        <p:nvPicPr>
          <p:cNvPr id="7" name="Picture 6" descr="deck9_carbon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88000"/>
            <a:ext cx="8280000" cy="4247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61455"/>
            <a:ext cx="11041200" cy="846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量級檢查：只需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2.6%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的液相碳庫在排氣瞬間冒出來，就足以解釋觀測到的全部偏離。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方向性檢驗（壓降越大應脫越多）實測 </a:t>
            </a:r>
            <a:r>
              <a:rPr sz="14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ρ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=+0.21，方向符合，但 35 筆的可偵測門檻是 0.46，樣本不足以分辨；排氣後立刻補氣會降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，故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檢驗遭混淆、不可單獨解讀。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的關聯到底長什麼樣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現場觀察到兩者有關聯——資料顯示有，但不是想像的那種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14</a:t>
            </a:r>
          </a:p>
        </p:txBody>
      </p:sp>
      <p:pic>
        <p:nvPicPr>
          <p:cNvPr id="7" name="Picture 6" descr="deck10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88000"/>
            <a:ext cx="8640000" cy="3853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49072"/>
            <a:ext cx="11041200" cy="1258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關聯確實存在，但是「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的水準」對「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的變化」；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變化量之間幾乎無關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（+0.02）。扣掉時間漂移後這些關聯幾乎不變，故不是時間造成的。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十三、偏離的解釋之二：排氣挑掉氫氣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2026-09-27 補充——這也不需要洩漏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15</a:t>
            </a:r>
          </a:p>
        </p:txBody>
      </p:sp>
      <p:pic>
        <p:nvPicPr>
          <p:cNvPr id="7" name="Picture 6" descr="deck13_vent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586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18613"/>
            <a:ext cx="11041200" cy="189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另一項更正：先前偵測到的排氣只有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35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（限有氣體組成者），以壓力驟降重新偵測後實際有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108 次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十四、二氧化碳的消耗量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洪博要求的數字——不需要氫氣感測器就能給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16</a:t>
            </a:r>
          </a:p>
        </p:txBody>
      </p:sp>
      <p:pic>
        <p:nvPicPr>
          <p:cNvPr id="7" name="Picture 6" descr="deck12_c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52000"/>
            <a:ext cx="9000000" cy="4945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205054"/>
            <a:ext cx="11041200" cy="202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以總容積 1.8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、液相佔一半估算整機：長期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0.120 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mmol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/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hr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、初始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0.391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mmol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/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hr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。⚠ 液位確認後即可定案。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十五、四個方法都指向同一個方向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論文定版的生物速率可能被低估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17</a:t>
            </a:r>
          </a:p>
        </p:txBody>
      </p:sp>
      <p:pic>
        <p:nvPicPr>
          <p:cNvPr id="7" name="Picture 6" descr="deck14_curv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52000"/>
            <a:ext cx="8640000" cy="39218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81815"/>
            <a:ext cx="11041200" cy="1226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曲率配對是本次新做的：用既有資料裡「質傳速率不同」的兩條曲線互相對消，即可解出生物速率，不需要新實驗。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十六、本分析的限制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引用時應一併說明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氫氣濃度為差額推算，非直接量測（分析儀僅量二氧化碳與甲烷）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無法區分氫氣流失的機制：洩漏、穿透、或其他耗氫生化反應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僅 35 筆可用的氣體組成資料，平均每 11 天一筆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碳源中斷時進料組成同時改變，兩時段的差異不僅限於碳源有無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酸鹼值的結果效應量極小（約為儀器刻度的七分之一），屬方向性證據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十七、建議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第一項完成前，其餘方向都無法定案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最優先：氫氣氣密性檢查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於無菌或不含微生物的條件下，以氮氣與氫氣分別充壓至相同絕對壓力，記錄 24 小時的壓力變化。氫氣若衰減顯著較快，即為直接證據。同時建議檢查彈性體墊片材質是否為氫氣適用。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24000"/>
          <a:ext cx="11051999" cy="203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2000"/>
                <a:gridCol w="2160000"/>
                <a:gridCol w="2015999"/>
                <a:gridCol w="500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項目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現況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建議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可解鎖什麼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排氣頻率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平均每 11 天一次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3.5 小時一次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一週的資料量超過過去一整年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排氣期取樣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每分鐘一筆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10 秒一筆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排氣僅橫跨 3~4 筆，容易錯過峰值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酸鹼值解析度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是唯一符號相反的判別通道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氣體分析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₂、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₄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加測 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核心結論可由推算改為直接量測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排氣氣體量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未量測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加裝氣量計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直接關閉氣體收支的缺口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十八、需要協助與確認的事項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88000"/>
            <a:ext cx="110412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最優先：無菌（或不含活性菌）靜態保壓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以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N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分別充壓至相同絕對壓力，各記錄約 </a:t>
            </a: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3.5 天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。這是目前唯一能分辨「氫氣流失」與「碳酸鹽脫氣」的方法。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⚠ 關鍵細節：前 33 小時的資料不可採計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——剛充壓時氣體仍在溶進水裡，那段壓降不是洩漏。須待溶解平衡後（約 5 個時間常數）才開始計算。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96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20000"/>
                <a:gridCol w="3420000"/>
                <a:gridCol w="421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量到什麼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代表什麼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後續處置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掉得比 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N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快約 3.74 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機械洩漏（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Graham</a:t>
                      </a:r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定律）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查接頭、閥件、焊道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比例不是 3.74，但 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 明顯較快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材料穿透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更換墊片材質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兩者都幾乎不掉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洩漏被排除，剩碳酸鹽脫氣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改由加密排氣取樣驗證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6000" y="4824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需要確認的現場資訊（未敢自行假設）：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滅菌／去活性方式　②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液位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（最優先，液相三成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vs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七成整機速率差 2.3 倍）　③ 墊片材質　④ 液相溫度　⑤ 總容積究竉是 1.8 還是 1.99 </a:t>
            </a:r>
            <a:r>
              <a:rPr sz="1700" b="0" i="1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L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⑥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鹼度 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TA</a:t>
            </a:r>
            <a:r>
              <a:rPr sz="18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或總溶解無機碳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（需滴定）——目前液相碳庫是由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推算的，而它直接決定上述兩個機制的強度。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