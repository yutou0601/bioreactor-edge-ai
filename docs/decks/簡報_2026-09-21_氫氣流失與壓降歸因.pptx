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反應器的氣體究竟去了哪裡？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壓降歸因與氫氣質量平衡分析｜2026-09-21｜李承育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44000"/>
            <a:ext cx="110412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一句話的結論：</a:t>
            </a:r>
          </a:p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壓力下降的主要成分，既不是二氧化碳溶解，也不是產甲烷，</a:t>
            </a:r>
          </a:p>
          <a:p>
            <a:pPr algn="l">
              <a:spcAft>
                <a:spcPts val="2000"/>
              </a:spcAft>
            </a:pPr>
            <a:r>
              <a:rPr sz="2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而是</a:t>
            </a:r>
            <a:r>
              <a:rPr sz="3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氫氣的超量流失</a:t>
            </a:r>
            <a:r>
              <a:rPr sz="2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證據：35 次排氣量測中有 34 次，殘餘氣體的二氧化碳對氫氣比例高於進料比，中位為進料比的 2.79 倍（</a:t>
            </a:r>
            <a:r>
              <a:rPr sz="17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&lt; 0.0001）。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本頁結論的前提是進料確認為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1:4。本分析無法區分洩漏、穿透、或其他耗氫生化反應。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一、先看懂這台機器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補到滿 → 壓力慢慢掉 → 掉到底就自動補，一直重複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0a_re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599" y="1224000"/>
            <a:ext cx="9360000" cy="4684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998925"/>
            <a:ext cx="11041200" cy="535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壓力會下降，就表示容器裡的氣體正在減少。問題是——它們到底去了哪裡？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二、氣體有三種可能的去向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三條路都會讓壓力下降，所以光看壓力分不出來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pic>
        <p:nvPicPr>
          <p:cNvPr id="7" name="Picture 6" descr="deck0b_f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194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33473"/>
            <a:ext cx="11041200" cy="800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過去只考慮 ① 和 ②。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　本次分析找到了 ③ 的直接證據。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三、先前遺留的三個矛盾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這三件事用「產甲烷主導」解釋不通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512000"/>
          <a:ext cx="11051999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4140000"/>
                <a:gridCol w="4031999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若壓降主要來自產甲烷，應該看到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實際看到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切斷碳源（二氧化碳）後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壓降速率應大幅下降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幾乎沒變（0.0347 → 0.0367）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氣體總收支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消失的氣體應對應到甲烷產量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有一大段對不起來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壓降曲線形狀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應呈明顯彎曲（溶解的特徵）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3816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本次分析從解開這三個矛盾出發。結果是：它們有同一個答案。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五、關鍵原理：進料比剛好等於反應吃掉的比例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這讓一個不需要任何校準常數的檢定成為可能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pic>
        <p:nvPicPr>
          <p:cNvPr id="7" name="Picture 6" descr="deck0c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599" y="1260000"/>
            <a:ext cx="9540000" cy="48402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六、結果：34 / 35 次都偏向同一側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0.699 = 進料比的 2.79 倍　｜　置換檢定 </a:t>
            </a:r>
            <a:r>
              <a:rPr sz="19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八、三個矛盾，同一個答案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80000"/>
                <a:gridCol w="63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先前的矛盾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用「氫氣流失」如何解釋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因為消失的主要是氫氣，與碳源有無無關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氣體收支對不起來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缺口就是漏掉的氫氣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定速移除才會是直線——洩漏正是定速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00" y="4104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甲烷確實在產生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（自動化批次由 9.99% 升至 39.6%），氧化還原電位也落在文獻最適區間。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但——以壓降速率作為產甲烷速率的代理量，會嚴重高估。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九、佐證一：切斷碳源，壓降照舊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自動化批次 2026-08-11 ~ 08-31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pic>
        <p:nvPicPr>
          <p:cNvPr id="7" name="Picture 6" descr="deck3_co2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1188000"/>
            <a:ext cx="7920000" cy="4596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56599"/>
            <a:ext cx="11041200" cy="65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這個「沒有差異」有檢定力：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若生物途徑真的佔總壓降三分之一（0.0125），本檢定偵測得到的機率是 100%。結果沒有。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十、佐證二：壓降曲線幾乎是直線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溶解會讓曲線彎，定速移除是直線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4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790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86674"/>
            <a:ext cx="11041200" cy="429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全資料庫 252 條下降曲線，九成落在「接近直線」這一群。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SHE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），文獻最適為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—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正落在區間內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；泵運轉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0679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十二之一、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十二之二、同一條壓降，兩種完全不同的答案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十三、本分析的限制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