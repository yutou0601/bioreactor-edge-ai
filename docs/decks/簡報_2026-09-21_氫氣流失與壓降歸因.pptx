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反應器的氣體究竟去了哪裡？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壓降歸因與氫氣質量平衡分析｜2026-09-21｜李承育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44000"/>
            <a:ext cx="11041200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一句話的結論：</a:t>
            </a:r>
          </a:p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壓力下降的主要成分，既不是二氧化碳溶解，也不是產甲烷，</a:t>
            </a:r>
          </a:p>
          <a:p>
            <a:pPr algn="l">
              <a:spcAft>
                <a:spcPts val="2000"/>
              </a:spcAft>
            </a:pPr>
            <a:r>
              <a:rPr sz="2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而是</a:t>
            </a:r>
            <a:r>
              <a:rPr sz="3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氫氣的超量流失</a:t>
            </a:r>
            <a:r>
              <a:rPr sz="2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證據：35 次排氣量測中有 34 次，殘餘氣體的二氧化碳對氫氣比例高於進料比，中位為進料比的 2.79 倍（</a:t>
            </a:r>
            <a:r>
              <a:rPr sz="17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&lt; 0.0001）。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本頁結論的前提是進料確認為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 = 1:4。本分析無法區分洩漏、穿透、或其他耗氫生化反應。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一、要回答的問題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壓力一直在掉，那些氣體去了哪裡？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60000"/>
            <a:ext cx="11041200" cy="41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反應器的運作方式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把二氧化碳與氫氣依 1:4 充到約 1.17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kgf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/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cm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²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壓力慢慢下降，降到約 0.92 就自動補滿，如此反覆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每一次「補滿到降低」稱為一個循環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壓力下降有三種可能的去向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被微生物轉換成甲烷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₂ + 4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₂ → 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CH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₄ + 2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₂</a:t>
            </a:r>
            <a:r>
              <a:rPr sz="17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O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，氣相淨少 4 個分子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溶進液體裡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二氧化碳的溶解度約為氫氣的 44 倍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③ 漏掉了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本次分析新增的第三個可能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若不能區分這三者，就算不出反應器的真實轉換效率，也判斷不了菌群狀態。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二、先前遺留的三個矛盾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這三件事用「產甲烷主導」解釋不通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512000"/>
          <a:ext cx="11051999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000"/>
                <a:gridCol w="4140000"/>
                <a:gridCol w="4031999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觀察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若壓降主要來自產甲烷，應該看到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實際看到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切斷碳源（二氧化碳）後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壓降速率應大幅下降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幾乎沒變（0.0347 → 0.0367）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氣體總收支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消失的氣體應對應到甲烷產量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有一大段對不起來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壓降曲線形狀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應呈明顯彎曲（溶解的特徵）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91% 幾乎是直線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3816000"/>
            <a:ext cx="110412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本次分析從解開這三個矛盾出發。結果是：它們有同一個答案。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三、先確認：氣體讀數什麼時候可信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補氣加入的是二氧化碳與氫氣、不含甲烷，真頂空必定被稀釋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5</a:t>
            </a:r>
          </a:p>
        </p:txBody>
      </p:sp>
      <p:pic>
        <p:nvPicPr>
          <p:cNvPr id="7" name="Picture 6" descr="fig44_sensor_valid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599" y="1188000"/>
            <a:ext cx="9360000" cy="35495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" y="4791546"/>
            <a:ext cx="10969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圖 1.　</a:t>
            </a:r>
            <a:r>
              <a:rPr sz="115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(</a:t>
            </a:r>
            <a:r>
              <a:rPr sz="115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a</a:t>
            </a:r>
            <a:r>
              <a:rPr sz="115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) 一次排氣的實際讀數　(</a:t>
            </a:r>
            <a:r>
              <a:rPr sz="115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b</a:t>
            </a:r>
            <a:r>
              <a:rPr sz="115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) 補氣時甲烷有沒有被稀釋　(</a:t>
            </a:r>
            <a:r>
              <a:rPr sz="115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c</a:t>
            </a:r>
            <a:r>
              <a:rPr sz="115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) 單一循環內的斜率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5115546"/>
            <a:ext cx="11041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實測斜率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+0.008 ± 0.225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，距「真頂空」應有的 −1 有 4.5 個標準差。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結論：分析儀只有在排氣當下的一至二分鐘可信。全資料庫符合此條件者共 35 筆，後續所有氣體計算只用這 35 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四、關鍵原理：進料比剛好等於反應計量比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這讓一個不需要任何校準常數的檢定成為可能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368000"/>
            <a:ext cx="110412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產甲烷反應　</a:t>
            </a:r>
            <a:r>
              <a:rPr sz="24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24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+ 4 </a:t>
            </a:r>
            <a:r>
              <a:rPr sz="24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24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→ </a:t>
            </a:r>
            <a:r>
              <a:rPr sz="24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CH</a:t>
            </a:r>
            <a:r>
              <a:rPr sz="24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₄ + 2 </a:t>
            </a:r>
            <a:r>
              <a:rPr sz="24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24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</a:t>
            </a:r>
            <a:r>
              <a:rPr sz="2400" b="1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</a:t>
            </a:r>
          </a:p>
          <a:p>
            <a:pPr algn="ctr">
              <a:spcAft>
                <a:spcPts val="1400"/>
              </a:spcAft>
            </a:pPr>
            <a:r>
              <a:rPr sz="20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進料也是 1:4 ——</a:t>
            </a: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兩者完全相同</a:t>
            </a:r>
          </a:p>
          <a:p>
            <a:pPr algn="ctr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所以若系統內只有產甲烷反應：補進去 1:4、消耗掉 1:4，</a:t>
            </a:r>
          </a:p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剩下的必然永遠是 1:4（比值 0.25），與轉換率高低無關。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015999" y="4031999"/>
          <a:ext cx="817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000"/>
                <a:gridCol w="529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殘餘的 </a:t>
                      </a: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÷ </a:t>
                      </a: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代表什麼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低於 0.25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二氧化碳被額外移除 → 溶解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等於 0.25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只有產甲烷反應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高於 0.25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氫氣被額外移除 → 洩漏或其他耗氫反應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五、結果：34 / 35 次都偏向同一側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紅色虛線 = 只有產甲烷反應時應有的位置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7</a:t>
            </a:r>
          </a:p>
        </p:txBody>
      </p:sp>
      <p:pic>
        <p:nvPicPr>
          <p:cNvPr id="7" name="Picture 6" descr="fig43_feed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599" y="1188000"/>
            <a:ext cx="9360000" cy="3485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" y="4727064"/>
            <a:ext cx="10969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圖 2.　</a:t>
            </a:r>
            <a:r>
              <a:rPr sz="115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(</a:t>
            </a:r>
            <a:r>
              <a:rPr sz="115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a</a:t>
            </a:r>
            <a:r>
              <a:rPr sz="115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) 分布　(</a:t>
            </a:r>
            <a:r>
              <a:rPr sz="115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b</a:t>
            </a:r>
            <a:r>
              <a:rPr sz="115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) 一整年的時序　(</a:t>
            </a:r>
            <a:r>
              <a:rPr sz="115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c</a:t>
            </a:r>
            <a:r>
              <a:rPr sz="115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) 二氧化碳剩餘量對氫氣剩餘量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304000" y="5051064"/>
          <a:ext cx="7595999" cy="70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2000"/>
                <a:gridCol w="1655999"/>
                <a:gridCol w="1944000"/>
                <a:gridCol w="176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二氧化碳 ÷ 氫氣（中位）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相對進料比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高於進料比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置換檢定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0.699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2.79 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34 / 35（97%）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1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&lt; 0.0001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六、這不是量測誤差造成的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以 2026-07-30 那次排氣為例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量測到：二氧化碳 21.3%、甲烷 34.79%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若殘餘氣體真的維持 1:4，扣除甲烷與水蒸氣後，二氧化碳應該只有 </a:t>
            </a: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12.6%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即使把甲烷讀數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全部當成零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（最極端的假設），氫氣上限也只有 78.7%，比值仍為 0.27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也就是說——二氧化碳的實測值本身，就高到與 1:4 不相容。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量級換算（保守估計）：要讓比值漂移到實測中位數，需要額外移除約 2.57 莫耳氫氣，相當於進料氫氣的 64%。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此換算為單次通過的保守估計，實際為連續補氣，數值僅示意量級。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七、三個矛盾，同一個答案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00" y="144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80000"/>
                <a:gridCol w="637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先前的矛盾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用「氫氣流失」如何解釋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切斷碳源後壓降速率不變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因為消失的主要是氫氣，與碳源有無無關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氣體收支對不起來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缺口就是漏掉的氫氣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壓降曲線幾乎是直線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定速移除才會是直線——洩漏正是定速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00" y="4104000"/>
            <a:ext cx="110412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甲烷確實在產生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（自動化批次由 9.99% 升至 39.6%），氧化還原電位也落在文獻最適區間。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但——以壓降速率作為產甲烷速率的代理量，會嚴重高估。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八、佐證一：切斷碳源，壓降照舊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自動化批次 2026-08-11 ~ 08-31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10</a:t>
            </a:r>
          </a:p>
        </p:txBody>
      </p:sp>
      <p:pic>
        <p:nvPicPr>
          <p:cNvPr id="7" name="Picture 6" descr="fig37_co2_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260000"/>
            <a:ext cx="5629321" cy="453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96000" y="1440000"/>
            <a:ext cx="50400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碳源不存在，產甲烷必然停止。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碳源充足（59 個循環）　0.0347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碳源中斷（31 個循環）　0.0367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差 +0.0020，方向還相反，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= 0.21。</a:t>
            </a: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這個「沒有差異」有檢定力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若生物途徑真的佔總壓降三分之一（0.0125），本檢定偵測得到的機率是 100%。結果沒有。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九、佐證二：壓降曲線幾乎是直線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溶解會讓曲線彎，定速移除是直線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11</a:t>
            </a:r>
          </a:p>
        </p:txBody>
      </p:sp>
      <p:pic>
        <p:nvPicPr>
          <p:cNvPr id="7" name="Picture 6" descr="fig36_shape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265" y="1260000"/>
            <a:ext cx="6130668" cy="424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" y="5580000"/>
            <a:ext cx="10969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圖 3.　</a:t>
            </a:r>
            <a:r>
              <a:rPr sz="115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全資料庫 252 條下降曲線正規化後分群：229 條（91%）落在「接近直線」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十、氧化還原電位（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）該怎麼讀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水準健康，但循環內的變化不是生物造成的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12</a:t>
            </a:r>
          </a:p>
        </p:txBody>
      </p:sp>
      <p:pic>
        <p:nvPicPr>
          <p:cNvPr id="7" name="Picture 6" descr="fig41_orp_subst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599" y="1152000"/>
            <a:ext cx="6840000" cy="25546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3814629"/>
            <a:ext cx="11041200" cy="1765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水準：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−357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（對標準氫電極）；文獻所報中溫產甲烷相最適為 −335.6 ± 29.0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</a:t>
            </a:r>
            <a:r>
              <a:rPr sz="17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正落在最適區間內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變化：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補氣當下 10 分鐘內跳 +37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；氣泵運轉時 +3.5 ~ +10.8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/分。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碳源中斷後每循環位移由 −125.5 變為 −158.8 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（走更多，</a:t>
            </a:r>
            <a:r>
              <a:rPr sz="16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= 0.089）——產甲烷必須停止的時段，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照常變化。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文獻將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當微生物活性指標，其對象是未外加氫氣的系統；本反應器的氫氣為外部輸入，會直接鉗制電位，該套解讀不能直接移植。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十一、試過但不成立的兩個方法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誠實記錄，避免後續重複投入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24000"/>
            <a:ext cx="11041200" cy="21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以「曲率」分離生物與物理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前提是生物速率為定值，但生物速率會隨氫氣耗盡而變動。以已知答案的合成資料驗證：真實物理份額 0%、僅有會衰減的生物時，該方法報出物理份額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101%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以物理資訊神經網路（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）反推生物速率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讓生物速率成為時間的函數是正確的方向，但它可以吸收任何殘差，結果由平滑設定決定而非由資料決定。</a:t>
            </a:r>
          </a:p>
        </p:txBody>
      </p:sp>
      <p:pic>
        <p:nvPicPr>
          <p:cNvPr id="8" name="Picture 7" descr="fig42_pinn_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6599" y="3491999"/>
            <a:ext cx="7020000" cy="26072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00000" y="6153262"/>
            <a:ext cx="859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圖 4.　</a:t>
            </a:r>
            <a:r>
              <a:rPr sz="115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交叉驗證選到誤差 87% 的設定，真正最佳者誤差 36%——標準的參數選擇方法在此失效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十二、本分析的限制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引用時應一併說明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氫氣濃度為差額推算，非直接量測（分析儀僅量二氧化碳與甲烷）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無法區分氫氣流失的機制：洩漏、穿透、或其他耗氫生化反應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僅 35 筆可用的氣體組成資料，平均每 11 天一筆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碳源中斷時進料組成同時改變，兩時段的差異不僅限於碳源有無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酸鹼值的結果效應量極小（約為儀器刻度的七分之一），屬方向性證據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十三、建議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第一項完成前，其餘方向都無法定案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最優先：氫氣氣密性檢查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於無菌或不含微生物的條件下，以氮氣與氫氣分別充壓至相同絕對壓力，記錄 24 小時的壓力變化。氫氣若衰減顯著較快，即為直接證據。同時建議檢查彈性體墊片材質是否為氫氣適用。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24000"/>
          <a:ext cx="11051999" cy="203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2000"/>
                <a:gridCol w="2160000"/>
                <a:gridCol w="2015999"/>
                <a:gridCol w="500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項目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現況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建議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可解鎖什麼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排氣頻率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平均每 11 天一次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3.5 小時一次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一週的資料量超過過去一整年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排氣期取樣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每分鐘一筆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10 秒一筆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排氣僅橫跨 3~4 筆，容易錯過峰值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酸鹼值解析度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是唯一符號相反的判別通道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氣體分析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₂、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₄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加測 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核心結論可由推算改為直接量測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排氣氣體量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未量測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加裝氣量計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直接關閉氣體收支的缺口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