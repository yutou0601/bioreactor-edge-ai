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壓降歸因與氫氣收支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微正壓循環生物甲烷化反應器｜2026-09-21（10-02 架構修正）｜李承育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00000"/>
            <a:ext cx="1104120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兩個要分開的問題：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① 壓力為什麼會掉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氣泵把氣體打進水裡（裝置本來就是這樣設計），再被菌吃掉。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由甲烷換算，生物解釋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39%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的壓降；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殘餘 61% 尚待解釋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② 剩下的氣體比例不對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二氧化碳對氫氣比補進去的比例高 1.33 – 2.79 倍。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溶進水裡解釋不了這件事：二氧化碳溶掉會讓比值變小，但實測是變大。這是另一個待解的問題。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本版修正了先前的模型錯誤：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原先把「溶進水裡」與「被菌吃掉」當成兩條各走各的路，並據此說「壓降主因不是溶解」。實際上是一個接著一個：氣體先溶進水裡，再被菌吃掉。那個說法已撤回。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1:4。氣體讀數僅排氣當下 1~2 分鐘可信，全資料庫 35 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一、壓力為什麼會掉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氣泵把氣體打進水裡，再被菌吃掉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1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5018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78153"/>
            <a:ext cx="11041200" cy="1298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先前把這兩件事當成各走各的，並據此說「壓降主因不是溶解」。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該主張已撤回。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二、這樣看一次解釋了三件事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這三件先前都當成各自獨立的謎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3240000"/>
                <a:gridCol w="45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先前的解讀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正確的解釋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的壓降曲線接近直線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曾解讀為「不是溶解」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水裡的碳一直被菌吃掉、吸不飽，所以溶解是固定速度——那本來就是直線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菌吃多快與平衡壓力分不開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曾視為巧合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本來就是直線，卻拿彎曲的公式去套，當然套不出來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曾解讀為「氫氣流失」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水裡存的碳還夠用幾十天，所以碳源根本沒斷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4176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三項先前各自成謎的觀察，在正確的模型下都是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必然的結果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⟹ 真正待解的是兩件：菌吃掉的量解釋不了的那 61% 壓降，以及剩下的氣體比例為何不對。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四、剩下的氣體比例與補進去的不同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十、同一條壓降，兩種完全不同的說法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十一、比例不對的解釋之一：水裡的碳冒回來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的液相碳庫在排氣瞬間冒出來，就足以解釋觀測到的全部偏離。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筆的可偵測門檻是 0.46，樣本不足以分辨；排氣後立刻補氣會降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與酸鹼值到底有沒有關係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的水準」對「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十三、比例不對的解釋之二：排氣挑掉氫氣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另一項更正：先前偵測到的排氣只有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（限有氣體組成者），以壓力驟降重新偵測後實際有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、液相佔一半估算整機：長期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。⚠ 液位確認後即可定案。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8469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06978"/>
            <a:ext cx="11041200" cy="1301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曲率配對是本次新做的：用既有資料裡「質傳速率不同」的兩條曲線互相對消，即可解出生物速率，不需要新實驗。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十六、這份分析做不到的事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十七、建議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十八、需要協助與確認的事項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。這是目前唯一能分辨「氫氣流失」與「碳酸鹽脫氣」的方法。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關鍵細節：前 33 小時的資料不可採計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——剛充壓時氣體仍在溶進水裡，那段壓降不是洩漏。須待溶解平衡後（約 5 個時間常數）才開始計算。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96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洩漏被排除，剩碳酸鹽脫氣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24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（最優先，液相三成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七成整機速率差 2.3 倍）　③ 墊片材質　④ 液相溫度　⑤ 總容積究竉是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或總溶解無機碳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（需滴定）——目前液相碳庫是由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推算的，而它直接決定上述兩個機制的強度。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