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壓降歸因與氫氣收支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微正壓循環生物甲烷化反應器｜2026-09-21（10-02 架構修正）｜李承育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00000"/>
            <a:ext cx="1104120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兩個要分開的問題：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① 壓力為什麼會掉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氣泵把氣體打進水裡（裝置本來就是這樣設計），再被菌吃掉。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由甲烷換算，生物解釋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39%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的壓降；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殘餘 61% 尚待解釋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② 剩下的氣體比例不對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二氧化碳對氫氣比補進去的比例高 1.33 – 2.79 倍。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溶進水裡解釋不了這件事：二氧化碳溶掉會讓比值變小，但實測是變大。這是另一個待解的問題。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本版修正了先前的模型錯誤：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原先把「溶進水裡」與「被菌吃掉」當成兩條各走各的路，並據此說「壓降主因不是溶解」。實際上是一個接著一個：氣體先溶進水裡，再被菌吃掉。那個說法已撤回。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1:4。氣體讀數僅排氣當下 1~2 分鐘可信，全資料庫 35 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一、壓力為什麼會掉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氣泵把氣體打進水裡，再被菌吃掉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pic>
        <p:nvPicPr>
          <p:cNvPr id="7" name="Picture 6" descr="deck1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48174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77427"/>
            <a:ext cx="11041200" cy="33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先前把這兩件事當成各走各的，並據此說「壓降主因不是溶解」。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該主張已撤回。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二、這樣看一次解釋了三件事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這三件先前都當成各自獨立的謎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3240000"/>
                <a:gridCol w="45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先前的解讀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正確的解釋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的壓降曲線接近直線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曾解讀為「不是溶解」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水裡的碳一直被菌吃掉、吸不飽，所以溶解是固定速度——那本來就是直線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菌吃多快與平衡壓力分不開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曾視為巧合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本來就是直線，卻拿彎曲的公式去套，當然套不出來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曾解讀為「氫氣流失」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水裡存的碳還夠用幾十天，所以碳源根本沒斷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4176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三項先前各自成謎的觀察，在正確的模型下都是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必然的結果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⟹ 真正待解的是兩件：菌吃掉的量解釋不了的那 61% 壓降，以及剩下的氣體比例為何不對。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補進去的是二氧化碳與氫氣、不含甲烷，槽內真實氣體必定被稀釋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，距「真的量到槽內氣體」應有的 −1 差了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四、剩下的氣體比例與補進去的不同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34/35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0.0001（甲烷當零的最壞情況仍 1.33 倍）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⚠ 這整頁的前提是「補進去的真的是 1:4」。10-02 查出只要補氣少 3.6% 的氫氣就能造出全部超量，見第 18 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（水的氧化還原狀態）該怎麼讀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數值本身正常，但循環裡的起伏不是菌造成的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數值本身：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，落在文獻最適範圍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之內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循環裡的起伏：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一補氣就跳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，氣泵一開每分鐘再走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——都是操作造成的。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連碳源已用完、菌不可能在產甲烷的時段，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照樣在動。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文獻把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當成「菌有多活躍」的指標，但那些系統沒有從外面加氫氣；本反應器的氫氣是打進去的，會直接把數值壓住，那套讀法不能照搬。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十、同一條壓降，兩種完全不同的說法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十一、比例不對的解釋之一：水裡的碳冒回來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的「水裡溶著的碳」在排氣瞬間冒出來，就足以解釋全部的偏離。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筆資料最少要 0.46 才看得出來，樣本不足以分辨；排氣後立刻補氣會降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與酸鹼值到底有沒有關係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的高低」對「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十三、比例不對的解釋之二：排氣挑掉氫氣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先前只數到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排氣（限有氣體讀數的），改以壓力驟降去找，實際有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、水佔一半估算：長期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（⚠ 待水位確認）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8469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06978"/>
            <a:ext cx="11041200" cy="1301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曲率配對是本次新做的：用既有資料裡「氣體溶進水的快慢不同」的兩條曲線互相對消，即可解出生物速率，不需要新實驗。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十六、這份分析做不到的事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十七、比例不對的解釋之三：補氣的比例本身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2026-10-02 補充——這個解釋既不需要洩漏，也不需要脫氣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41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做法：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把「兩次排氣之間多出來的二氧化碳」對「同期間補氣的壓力增量」做回歸。斜率就是補氣偏離 1:4 的程度，</a:t>
            </a: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與水位無關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（兩邊都正比於氣體空間，約掉了）。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實測：有效補氣比 = 1 : </a:t>
            </a: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3.85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　（95% 區間 1 : 4.03 ~ 1 : 3.63）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也就是說——補氣只要比 1:4 少 </a:t>
            </a: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3.6%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的氫氣，就足以造出全部觀測到的超量。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一般配氣與流量計的誤差就是這個量級，而且誤差是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單向累積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的：消耗嚴格 1:4、補氣稍微偏二氧化碳，殘餘比就會一路往上爬，最後把氫氣逼到近零——正是 35 筆裡最極端那幾筆的樣子。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無補氣的 09-12 短程實驗殘餘比只有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1.08 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（長紀錄中位 2.79 倍）-&gt; 超量是一次一次補氣累積出來的。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同樣大小的氫氣洩漏會給出一模一樣的斜率，這批資料分不開兩者。差別在於：配氣誤差不需要洩漏，而且查一份氣體分析報告就知道。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純二氧化碳補氣已被排除：那要求的碳輸入是生物消耗的 14 倍，且每 4 天要讓液體多吸收 0.19 </a:t>
            </a:r>
            <a:r>
              <a:rPr sz="1300" b="0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的碳，酸鹼值不可能像實測這樣平。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十八、建議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最優先：確認補氣用的氣體組成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一份氣體分析報告或流量計讀數就能回答，卻直接決定第 5 頁的結論能不能成立——誤差要確認到 1% 以內。第二順位才是氫氣氣密性檢查：於無菌條件下以氮氣與氫氣分別充壓至相同絕對壓力，記錄壓力變化；同時檢查橡膠墊片是否適用於氫氣。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十九、需要協助與確認的事項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2026-10-02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最優先（10-02 改）：補氣用的氣體實際組成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補氣比只要是 1 : 3.85 而非 1 : 4，第 5 頁的超量就全部被解釋掉。</a:t>
            </a:r>
          </a:p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第二順位：無菌（或不含活性菌）靜態保壓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前 33 小時不可採計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：剛充壓時氣體仍在溶進水裡，那段壓降不是洩漏。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42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洩漏被排除，剩水裡的碳冒回來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96000"/>
            <a:ext cx="11041200" cy="1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（最優先，水佔三成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七成，整機速率差 2.3 倍）　③ 墊片材質　④ 水溫　⑤ 總容積究竟是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水裡的碳總量（鹼度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）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——需酸鹼滴定；目前是由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回推，它直接決定上述兩個機制的強度。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